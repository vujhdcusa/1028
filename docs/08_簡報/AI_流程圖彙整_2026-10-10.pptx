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E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1417320"/>
            <a:ext cx="10058400" cy="6400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JhengHei"/>
              </a:rPr>
              <a:t>流程圖彙整（2026-10-10 版）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4526280"/>
            <a:ext cx="1051560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Microsoft JhengHei"/>
              </a:rPr>
              <a:t>依 10-10 定案的設計規格更新；圖號與 docs/04_圖表與介面/diagrams.md 一致。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圖 1｜學生使用案例圖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01-use-case-stud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2652" y="1143000"/>
            <a:ext cx="4821936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原圖：docs/images/D-01-use-case-student.png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圖 2｜老師使用案例圖（導師、專任教師、指導老師）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01-use-case-teach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260" y="1143000"/>
            <a:ext cx="6392718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原圖：docs/images/D-01-use-case-teacher.png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圖 3｜系統管理者使用案例圖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01-use-case-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0529" y="1143000"/>
            <a:ext cx="8166181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原圖：docs/images/D-01-use-case-admin.png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圖 1-1｜科辦／科助使用案例圖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01-use-case-sta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0529" y="1143000"/>
            <a:ext cx="8166181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原圖：docs/images/D-01-use-case-staff.png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圖 4｜登入與角色導頁流程圖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02-login-role-rou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0749" y="1143000"/>
            <a:ext cx="4465740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原圖：docs/images/D-02-login-role-routing.png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圖 5｜學生主線流程圖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10-main-line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4092" y="1143000"/>
            <a:ext cx="1559055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原圖：docs/images/D-10-main-line-flow.png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圖 6｜科辦表單下載區流程圖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20-form-download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9704" y="1143000"/>
            <a:ext cx="2327831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原圖：docs/images/D-20-form-download-flow.png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圖 8｜招生資料更新流程圖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13-admission-rule-update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7904" y="1142999"/>
            <a:ext cx="1791431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原圖：docs/images/D-13-admission-rule-update-flow.png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圖 9｜導師確認流程圖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16-teacher-confirm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7660" y="1143000"/>
            <a:ext cx="5371918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原圖：docs/images/D-16-teacher-confirm-flow.png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圖 10｜系統管理者維護校系備審要求流程圖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17-admin-maintain-require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8051" y="1143000"/>
            <a:ext cx="2251137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原圖：docs/images/D-17-admin-maintain-requirements.png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圖 11｜角色與責任圖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14-role-responsi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847498"/>
            <a:ext cx="11201400" cy="17573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原圖：docs/images/D-14-role-responsibility.png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圖 12｜系統架構圖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05-system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47373"/>
            <a:ext cx="11201400" cy="37576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原圖：docs/images/D-05-system-architecture.png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圖 13｜DFD 資料流程圖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06-d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3901" y="1143000"/>
            <a:ext cx="7759437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原圖：docs/images/D-06-dfd.png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圖 14｜ERD 資料庫關聯圖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09-erd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68792"/>
            <a:ext cx="11201400" cy="39147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原圖：docs/images/D-09-erd-v2.png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圖 15｜報告用總體流程圖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15-report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426142"/>
            <a:ext cx="11201400" cy="6000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原圖：docs/images/D-15-report-overview.png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圖 16｜科辦核准電子獎狀流程圖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18-staff-service-record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1234" y="1143000"/>
            <a:ext cx="5844770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原圖：docs/images/D-18-staff-service-record-flow.png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圖 17｜二技招生公告與 AI 推薦校系流程圖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19-admission-announcement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3337" y="1143000"/>
            <a:ext cx="4520565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原圖：docs/images/D-19-admission-announcement-flow.png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