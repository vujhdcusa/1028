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E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1417320"/>
            <a:ext cx="10058400" cy="6400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流程圖彙整（2026-10-10 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4526280"/>
            <a:ext cx="1051560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JhengHei"/>
              </a:rPr>
              <a:t>依 10-10 定案的設計規格更新；圖號與 docs/04_圖表與介面/diagrams.md 一致。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1｜學生使用案例圖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652" y="1143000"/>
            <a:ext cx="4821936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原圖：docs/images/D-01-use-case-student.png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2｜老師使用案例圖（導師、專任教師、指導老師）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260" y="1143000"/>
            <a:ext cx="6392718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原圖：docs/images/D-01-use-case-teacher.png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3｜系統管理者使用案例圖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529" y="1143000"/>
            <a:ext cx="816618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原圖：docs/images/D-01-use-case-admin.png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1-1｜科辦／科助使用案例圖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529" y="1143000"/>
            <a:ext cx="816618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原圖：docs/images/D-01-use-case-staff.png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4｜登入與角色導頁流程圖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2-login-role-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749" y="1143000"/>
            <a:ext cx="446574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原圖：docs/images/D-02-login-role-routing.png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5｜學生主線流程圖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0-main-lin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092" y="1143000"/>
            <a:ext cx="1559055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原圖：docs/images/D-10-main-line-flow.png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8｜招生資料更新流程圖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3-admission-rule-updat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904" y="1142999"/>
            <a:ext cx="179143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原圖：docs/images/D-13-admission-rule-update-flow.png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9｜導師確認流程圖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6-teacher-confirm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660" y="1143000"/>
            <a:ext cx="5371918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原圖：docs/images/D-16-teacher-confirm-flow.png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10｜系統管理者維護校系備審要求流程圖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7-admin-maintain-requi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1" y="1143000"/>
            <a:ext cx="225113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原圖：docs/images/D-17-admin-maintain-requirements.png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11｜角色與責任圖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4-role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47498"/>
            <a:ext cx="11201400" cy="1757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原圖：docs/images/D-14-role-responsibility.png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12｜系統架構圖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5-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47373"/>
            <a:ext cx="11201400" cy="3757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原圖：docs/images/D-05-system-architecture.png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13｜DFD 資料流程圖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6-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01" y="1143000"/>
            <a:ext cx="775943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原圖：docs/images/D-06-dfd.png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14｜ERD 資料庫關聯圖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8792"/>
            <a:ext cx="11201400" cy="39147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原圖：docs/images/D-09-erd-v2.png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15｜報告用總體流程圖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5-repor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426142"/>
            <a:ext cx="11201400" cy="6000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原圖：docs/images/D-15-report-overview.png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16｜科辦核准電子獎狀流程圖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8-staff-service-recor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234" y="1143000"/>
            <a:ext cx="584477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原圖：docs/images/D-18-staff-service-record-flow.png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17｜二技招生公告與 AI 推薦校系流程圖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9-admission-announcemen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337" y="1143000"/>
            <a:ext cx="4520565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原圖：docs/images/D-19-admission-announcement-flow.png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