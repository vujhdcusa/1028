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E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1417320"/>
            <a:ext cx="10058400" cy="6400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流程圖大全（給指導老師／Canva 貼圖用）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4526280"/>
            <a:ext cx="1051560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JhengHei"/>
              </a:rPr>
              <a:t>圖 1～27；沿用原流程圖彙整簡報格式，新增圖 20～27 並為每頁標明流程名稱。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1｜學生使用案例圖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002" y="1143000"/>
            <a:ext cx="414323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原圖：docs/images/D-01-use-case-student.png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2｜老師使用案例圖（導師、專任教師、指導老師）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343" y="1143000"/>
            <a:ext cx="5766552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原圖：docs/images/D-01-use-case-teacher.png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3｜科辦／科助使用案例圖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29" y="1143000"/>
            <a:ext cx="816618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原圖：docs/images/D-01-use-case-staff.png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4｜系統管理者使用案例圖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260" y="1143000"/>
            <a:ext cx="6392718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原圖：docs/images/D-01-use-case-admin.png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5｜登入與角色導頁流程圖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2-login-role-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749" y="1143000"/>
            <a:ext cx="446574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原圖：docs/images/D-02-login-role-routing.png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6｜學生主線流程圖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0-main-lin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096" y="1143000"/>
            <a:ext cx="1499047" cy="5166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原圖：docs/images/D-10-main-line-flow.png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7｜學校資料匯入流程圖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1-school-data-impor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552" y="1143000"/>
            <a:ext cx="514013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原圖：docs/images/D-21-school-data-import-flow.png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8｜導師確認流程圖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6-teacher-confirm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660" y="1143000"/>
            <a:ext cx="5371918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原圖：docs/images/D-16-teacher-confirm-flow.png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9｜科辦核准電子獎狀流程圖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8-staff-service-recor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234" y="1143000"/>
            <a:ext cx="584477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原圖：docs/images/D-18-staff-service-record-flow.png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10｜科辦表單下載區流程圖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0-form-downloa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704" y="1143000"/>
            <a:ext cx="232783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原圖：docs/images/D-20-form-download-flow.png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11｜招生資料更新流程圖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3-admission-rule-updat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904" y="1142999"/>
            <a:ext cx="179143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原圖：docs/images/D-13-admission-rule-update-flow.png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12｜二技招生公告與 AI 推薦校系流程圖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9-admission-announcemen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337" y="1143000"/>
            <a:ext cx="4520565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原圖：docs/images/D-19-admission-announcement-flow.png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13｜官網資料來源、資料分類與來源維護流程圖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2-info-source-classify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639" y="1143000"/>
            <a:ext cx="381396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原圖：docs/images/D-22-info-source-classify-flow.png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14｜系統管理者維護校系備審要求流程圖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7-admin-maintain-requi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1" y="1143000"/>
            <a:ext cx="225113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原圖：docs/images/D-17-admin-maintain-requirements.png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15｜角色與責任圖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4-role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40355"/>
            <a:ext cx="11201400" cy="1771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原圖：docs/images/D-14-role-responsibility.png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16｜系統架構圖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5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68805"/>
            <a:ext cx="11201400" cy="3714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原圖：docs/images/D-05-system-architecture.png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17｜DFD 資料流程圖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6-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4442"/>
            <a:ext cx="11201400" cy="4943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原圖：docs/images/D-06-dfd.png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18-1｜ERD－帳號、學習資料與學校資料匯入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1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776" y="1143000"/>
            <a:ext cx="1007568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原圖：docs/images/D-09-erd-part1-learning.png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18-2｜ERD－校系、目標校系、導師確認與自傳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2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227" y="1143000"/>
            <a:ext cx="687678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原圖：docs/images/D-09-erd-part2-review.png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18-3｜ERD－資料來源、公告、表單與操作紀錄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3-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846" y="1143000"/>
            <a:ext cx="6607546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原圖：docs/images/D-09-erd-part3-sources.png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19｜報告用總體流程圖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5-repor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433286"/>
            <a:ext cx="11201400" cy="58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原圖：docs/images/D-15-report-overview.png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20｜系統功能架構圖（系統→角色→功能）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圖稿原始碼：docs/images/D-23-function-architecture.mmd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21｜2026 年開發甘特圖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圖稿原始碼：docs/images/D-24-gantt-2026.mmd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22｜登入與角色導頁細部流程圖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圖稿原始碼：docs/images/D-25-login-flow.mmd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23｜學生資料上傳、AI 擷取與本人確認流程圖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圖稿原始碼：docs/images/D-26-student-upload-flow.mmd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24｜二技目標校系推薦流程圖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圖稿原始碼：docs/images/D-27-target-recommendation-flow.mmd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25｜備審送審與導師確認流程圖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圖稿原始碼：docs/images/D-28-review-package-flow.mmd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26｜電子獎狀、TA 與社團證明流程圖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圖稿原始碼：docs/images/D-29-certificate-flow.mmd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27｜管理員資料來源維護流程圖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圖稿原始碼：docs/images/D-30-admin-source-flow.mmd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