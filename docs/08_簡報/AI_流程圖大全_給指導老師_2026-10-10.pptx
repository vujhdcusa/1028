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E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417320"/>
            <a:ext cx="1005840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流程圖大全（給指導老師／Canva 貼圖用）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452628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JhengHei"/>
              </a:rPr>
              <a:t>圖 1～41；沿用原流程圖彙整簡報格式，新增角色架構、權限、細部流程與介面展示圖。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1｜學生使用案例圖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stu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002" y="1143000"/>
            <a:ext cx="4143234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原圖：docs/images/D-01-use-case-student.png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2｜老師使用案例圖（導師、專任教師、指導老師）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tea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343" y="1143000"/>
            <a:ext cx="5766552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原圖：docs/images/D-01-use-case-teacher.png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3｜科辦／科助使用案例圖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529" y="1143000"/>
            <a:ext cx="8166181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原圖：docs/images/D-01-use-case-staff.png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4｜系統管理者使用案例圖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260" y="1143000"/>
            <a:ext cx="6392718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原圖：docs/images/D-01-use-case-admin.png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5｜登入與角色導頁流程圖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2-login-role-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277" y="1143000"/>
            <a:ext cx="4672685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原圖：docs/images/D-02-login-role-routing.png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6｜學生主線流程圖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0-main-lin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528" y="1143000"/>
            <a:ext cx="1610182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原圖：docs/images/D-10-main-line-flow.png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7｜學校資料匯入流程圖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21-school-data-impor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667" y="1143000"/>
            <a:ext cx="5307904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原圖：docs/images/D-21-school-data-import-flow.png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8｜導師確認流程圖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6-teacher-confirm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150" y="1143000"/>
            <a:ext cx="5666939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原圖：docs/images/D-16-teacher-confirm-flow.png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9｜科辦核准電子獎狀流程圖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8-staff-service-record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647" y="1143000"/>
            <a:ext cx="5743945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原圖：docs/images/D-18-staff-service-record-flow.png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10｜科辦表單下載區流程圖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20-form-download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090" y="1143000"/>
            <a:ext cx="2431059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原圖：docs/images/D-20-form-download-flow.png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11｜招生資料更新流程圖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3-admission-rule-updat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247" y="1143000"/>
            <a:ext cx="1796745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原圖：docs/images/D-13-admission-rule-update-flow.png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12｜二技招生公告與 AI 推薦校系流程圖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9-admission-announcemen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140" y="1143000"/>
            <a:ext cx="4732959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原圖：docs/images/D-19-admission-announcement-flow.png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13｜官網資料來源、資料分類與來源維護流程圖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22-info-source-classify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946" y="1143000"/>
            <a:ext cx="4127347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原圖：docs/images/D-22-info-source-classify-flow.png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14｜系統管理者維護校系備審要求流程圖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7-admin-maintain-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479" y="1143000"/>
            <a:ext cx="244828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原圖：docs/images/D-17-admin-maintain-requirements.png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15｜角色與責任圖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4-role-respon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20733"/>
            <a:ext cx="11201400" cy="18108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原圖：docs/images/D-14-role-responsibility.png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16｜系統架構圖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5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43722"/>
            <a:ext cx="11201400" cy="37649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原圖：docs/images/D-05-system-architecture.png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17｜DFD 資料流程圖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6-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33436"/>
            <a:ext cx="11201400" cy="47854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原圖：docs/images/D-06-dfd.png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18-1｜ERD－帳號、學習資料與學校資料匯入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9-erd-part1-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59" y="1143000"/>
            <a:ext cx="1009712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原圖：docs/images/D-09-erd-part1-learning.png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18-2｜ERD－校系、目標校系、導師確認與自傳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9-erd-part2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929" y="1143000"/>
            <a:ext cx="6883381" cy="51663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原圖：docs/images/D-09-erd-part2-review.png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18-3｜ERD－資料來源、公告、表單與操作紀錄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9-erd-part3-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912" y="1143000"/>
            <a:ext cx="6609415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原圖：docs/images/D-09-erd-part3-sources.png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19｜報告用總體流程圖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5-repor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30587"/>
            <a:ext cx="11201400" cy="591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原圖：docs/images/D-15-report-overview.png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20｜系統功能架構圖（系統→角色→功能）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23-function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750" y="1143000"/>
            <a:ext cx="5761739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原圖：docs/images/D-23-function-architecture.png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21｜2026 年開發甘特圖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24-gantt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18918"/>
            <a:ext cx="11201400" cy="24145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原圖：docs/images/D-24-gantt-2026.png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22｜登入與角色導頁細部流程圖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25-login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710" y="1143000"/>
            <a:ext cx="4293819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原圖：docs/images/D-25-login-flow.png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23｜學生資料上傳、AI 擷取與本人確認流程圖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26-student-upload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402" y="1143000"/>
            <a:ext cx="2356434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原圖：docs/images/D-26-student-upload-flow.png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24｜二技目標校系推薦流程圖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27-target-recommendation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669" y="1143000"/>
            <a:ext cx="230190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原圖：docs/images/D-27-target-recommendation-flow.png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25｜備審送審與導師確認流程圖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28-review-packag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741" y="1143000"/>
            <a:ext cx="2835757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原圖：docs/images/D-28-review-package-flow.png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26｜電子獎狀、TA 與社團證明流程圖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29-certificat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316" y="1143000"/>
            <a:ext cx="2644607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原圖：docs/images/D-29-certificate-flow.png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27｜管理員資料來源維護流程圖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30-admin-sourc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516" y="1143000"/>
            <a:ext cx="2118207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原圖：docs/images/D-30-admin-source-flow.png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28｜學生角色功能架構圖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31-student-rol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08287"/>
            <a:ext cx="11201400" cy="18357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原圖：docs/images/D-31-student-role-architecture.png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29｜教師／導師角色功能架構圖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32-teacher-rol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04744"/>
            <a:ext cx="11201400" cy="16428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原圖：docs/images/D-32-teacher-role-architecture.png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30｜科辦／行政角色功能架構圖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33-staff-rol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61183"/>
            <a:ext cx="11201400" cy="17299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原圖：docs/images/D-33-staff-role-architecture.png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31｜系統管理員角色功能架構圖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34-admin-rol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42082"/>
            <a:ext cx="11201400" cy="15681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原圖：docs/images/D-34-admin-role-architecture.png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32｜角色／功能權限表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35-permission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229" y="1143000"/>
            <a:ext cx="147278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原圖：docs/images/D-35-permission-matrix.png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33｜學生細部功能流程圖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36-student-detailed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516" y="1143000"/>
            <a:ext cx="2118207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原圖：docs/images/D-36-student-detailed-flow.png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34｜教師／導師細部功能流程圖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37-teacher-detailed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777" y="1143000"/>
            <a:ext cx="2505684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原圖：docs/images/D-37-teacher-detailed-flow.png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35｜科辦／行政細部功能流程圖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38-staff-detailed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997" y="1143000"/>
            <a:ext cx="3665245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原圖：docs/images/D-38-staff-detailed-flow.png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36｜管理員細部功能流程圖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39-admin-detailed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509" y="1143000"/>
            <a:ext cx="3754221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原圖：docs/images/D-39-admin-detailed-flow.png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37｜版本／歷史／下載流程圖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40-version-history-download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880" y="1143000"/>
            <a:ext cx="4721479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原圖：docs/images/D-40-version-history-download-flow.png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38｜學生主工作台展示架構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41-student-dashboard-wire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89186"/>
            <a:ext cx="11201400" cy="16739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原圖：docs/images/D-41-student-dashboard-wireframe.png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39｜學生資料確認頁展示架構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42-data-confirmation-wire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9869"/>
            <a:ext cx="11201400" cy="14126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原圖：docs/images/D-42-data-confirmation-wireframe.png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40｜導師審查頁展示架構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43-teacher-review-wire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01200"/>
            <a:ext cx="11201400" cy="14499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原圖：docs/images/D-43-teacher-review-wireframe.png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圖 41｜管理員維護頁展示架構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44-admin-maintenance-wire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95409"/>
            <a:ext cx="11201400" cy="16615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原圖：docs/images/D-44-admin-maintenance-wireframe.png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